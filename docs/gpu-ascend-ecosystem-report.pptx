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3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GPU 与 Ascend 大模型训练推理生态调研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  <a:latin typeface="Microsoft YaHei"/>
              </a:defRPr>
            </a:pPr>
            <a:r>
              <a:t>NVIDIA GPU vs 华为昇腾 NPU 生态全景、训练推理实践与选型建议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  <a:latin typeface="Microsoft YaHei"/>
              </a:defRPr>
            </a:pPr>
            <a:r>
              <a:t>调研日期：2026/06/12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一、生态全景图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从芯片到应用的全栈分层对比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2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GPU 生态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华为 Ascend 生态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PyTorch/JAX + CUDA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MindSpore + torch_npu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分布式框架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Megatron-LM / DeepSpeed / FSDP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MindSpeed-LLM / MM / RL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推理引擎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vLLM / TensorRT-LLM / SGLang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vLLM-Ascend / MindIE / SGLang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通信库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HCCL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算子开发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CUDA / Triton / CUTLASS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Ascend C / TBE / Ascend-Triton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硬件平台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H100 / H200 / B200 / GB200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910B / 910C / 950PR / 950DT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互联方案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NVLink + NVSwitch + IB/RoCE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HCCS + MatrixLink / CloudMatrix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二、训练硬件对比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单卡算力与显存：NVIDIA 领先，昇腾超节点补差距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00200"/>
          <a:ext cx="1164305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09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H100 SXM5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B200 SXM6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 910B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 910C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昇腾 950DT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BF16 算力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989 TFLOPS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~4,500 TFLOPS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~376 TFLOPS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~780 TFLOPS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~1,000 TFLOPS</a:t>
                      </a:r>
                    </a:p>
                  </a:txBody>
                  <a:tcPr anchor="ctr"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显存容量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 GB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192 GB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64 GB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升级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144 GB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显存带宽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3.35 TB/s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8.0 TB/s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~1.6 TB/s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3.2 TB/s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 TB/s</a:t>
                      </a:r>
                    </a:p>
                  </a:txBody>
                  <a:tcPr anchor="ctr"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互联带宽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900 GB/s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1.8 TB/s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~392 GB/s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784 GB/s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 TB/s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单卡功耗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700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1,000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310–400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~400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~550 W</a:t>
                      </a:r>
                    </a:p>
                  </a:txBody>
                  <a:tcPr anchor="ctr"/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训练旗舰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训练/推理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训练/推理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训练/解码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35040"/>
            <a:ext cx="11277295" cy="5029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237E"/>
                </a:solidFill>
                <a:latin typeface="Microsoft YaHei"/>
              </a:defRPr>
            </a:pPr>
            <a:r>
              <a:t>关键结论：单卡 NVIDIA 仍领先，但 CloudMatrix 384 超节点通过系统级设计实现算力/内存/互联的集群级超越。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三、训练软件栈与并行策略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Ascend 已覆盖主流并行策略，生态快速补齐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4864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GPU 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框架：PyTorch / JAX / TensorFlow 原生 CUDA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分布式：Megatron-LM / DeepSpeed / FSDP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通信：NCCL 2.21+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算子：cuBLAS / cuDNN / FlashAttention-3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成熟度高，第三方生态丰富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00200"/>
            <a:ext cx="5486400" cy="4572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Ascend 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框架：MindSpore + PyTorch via torch_npu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分布式：MindSpeed-LLM / MindSpeed-MM / MindSpeed-RL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通信：HCCL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算子：AscendCL / Ascend FlashAttention / AMLA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2025–2026 年框架/算子快速追赶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77295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并行策略全覆盖：DP / TP / PP / SP / EP / CP，昇腾 MindSpeed-LLM 支持 3D/4D 并行组合，MoE 场景支持 EPLB 负载均衡。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四、超大规模模型在 Ascend NPU 上的训练实践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从千卡到万卡，国产算力已支撑万亿参数模型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5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600200"/>
          <a:ext cx="1173449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899"/>
                <a:gridCol w="2346899"/>
                <a:gridCol w="2346899"/>
                <a:gridCol w="2346899"/>
                <a:gridCol w="2346899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参数规模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训练集群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 anchor="ctr">
                    <a:solidFill>
                      <a:srgbClr val="CF0A2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盘古 Ultra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135B Dense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8,192 张昇腾 NPU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MFU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首个纯昇腾稠密大模型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盘古 Ultra MoE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718B (39B)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6,000+ / 万卡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MFU 41%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准万亿 MoE，媲美 DeepSeek-R1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DeepSeek-V4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Pro 1.6T (49B)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Ascend 910B 千卡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CANN 重写 200+ 算子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首个公开全栈适配万亿级模型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LongCat-2.0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万亿+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5–6 万张昇腾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1M 上下文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唯一公开确认国产算力万亿参数预训练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讯飞星火 X2-Flash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30B MoE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昇腾 910B 集群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256K 上下文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国产算力 Agent 时代模型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GLM-Image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Atlas 800T A2 + MindSpore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SOTA 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首个国产算力全程训练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五、大模型推理生态对比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昇腾与 NVIDIA 差距最小的场景在推理侧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4864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GPU 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引擎：vLLM / TensorRT-LLM / SGLang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量化：FP8 / FP4 / INT8 / AWQ / GPTQ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Attention：FlashAttention-2/3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部署：Triton / NVIDIA NIM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单卡显存：H200 141GB / B200 192GB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00200"/>
            <a:ext cx="5486400" cy="4572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Ascend 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引擎：vLLM-Ascend / MindIE / SGLang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量化：INT8 / FP8 / C8 INT8 KV Cache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Attention：Ascend FlashAttention / AMLA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部署：MindIE-Service / ModelArts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超节点：CloudMatrix 384 大显存集群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DeepSeek-R1 671B 推理实测（50ms 时延约束）</a:t>
            </a:r>
          </a:p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H100：~45 ms TTFT  |  昇腾 910B：~52 ms TTFT，单卡 decode 吞吐 1,920 tokens/s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六、关键融合算子与加速库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Ascend 在 Attention / MoE / MLA 上从可用走向好用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57600" cy="420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457200"/>
          </a:xfrm>
          <a:prstGeom prst="roundRect">
            <a:avLst/>
          </a:prstGeom>
          <a:solidFill>
            <a:srgbClr val="0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FlashAttention / MLA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GPU：FlashAttention-2/3 / FlashMLA (66.7%)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Ascend：Ascend FlashAttention / AMLA (86.8%)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AMLA 面向 DeepSeek MLA 优化，利用率超越 FlashMLA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6590" y="1600200"/>
            <a:ext cx="3657600" cy="420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6590" y="1600200"/>
            <a:ext cx="36576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MoE 通信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3750" y="21945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GPU：DeepEP (sub-150μs)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Ascend：DeepEP-Ascend / ascend_fuseep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兼容 DeepEP API，低延迟模式已支持 DeepSeek-V3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5980" y="1600200"/>
            <a:ext cx="3657600" cy="420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5980" y="1600200"/>
            <a:ext cx="3657600" cy="4572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算子开发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21945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GPU：CUDA / Triton / CUTLASS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Ascend：Ascend C / TBE / TileLang-Ascend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TileLang-Ascend 2026 年发布 FlashAttention、DeepSeek-V4 kernel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七、社区框架与工具对 Ascend NPU 的支持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2024–2026 年主流社区框架密集适配昇腾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114601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推荐框架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快速 SFT/LoRA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LLaMA-Factory / ms-swift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官方支持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易用、文档完善</a:t>
                      </a:r>
                    </a:p>
                  </a:txBody>
                  <a:tcPr anchor="ctr"/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大规模预训练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MindSpeed-LLM / Megatron + torch_npu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官方优化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并行策略最全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RLHF / GRPO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MindSpeed RL / verl / ms-swift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可用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MindSpeed RL 性能最强</a:t>
                      </a:r>
                    </a:p>
                  </a:txBody>
                  <a:tcPr anchor="ctr"/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高吞吐推理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vLLM-Ascend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事实标准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模型覆盖最广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结构化生成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🚧 快速补齐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2026 Q2 重点</a:t>
                      </a:r>
                    </a:p>
                  </a:txBody>
                  <a:tcPr anchor="ctr"/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政企合规推理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MindIE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生产级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华为自研原生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HuggingFace 用户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transformers + accelerate + trl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可用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零迁移成本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八、工程实践与 TCO</a:t>
            </a:r>
          </a:p>
          <a:p>
            <a:pPr>
              <a:spcBef>
                <a:spcPts val="400"/>
              </a:spcBef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迁移、版本、成本、部署的关键落地信息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4864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迁移与版本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自动迁移：transfer_to_npu 一行注入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手动迁移：torch.cuda→torch.npu，nccl→hccl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自定义 CUDA kernel 需重写为 Ascend C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典型周期：简单模型 1–2 周，生产服务 1–3 月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版本严格耦合：CANN/PyTorch/torch_npu/vLLM-Ascend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00200"/>
            <a:ext cx="5486400" cy="4572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成本与部署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2148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8×H100 云租赁：$8–98/小时（spot vs Azure）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8×910B 云租赁：¥20–45/小时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昇腾采购价显著低于 H100，国产化补贴后更优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K8s：vLLM-Ascend / MindIE Service 官方方案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PD 分离、KV Cache 量化已支持生产部署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720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结论与趋势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• 极致性能、最新算法、全球化部署：NVIDIA GPU 仍是唯一选择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• 国产化、政策合规、供应链安全、成本可控：Ascend 已进入「好用」阶段，推理侧值得投入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• 软件栈收敛：PyTorch(torch_npu) + vLLM-Ascend + MindSpeed-LLM + CANN/HCCL 成为主路径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• 关键算子快速追赶：DeepEP-Ascend、AMLA、TileLang-Ascend 是 2025–2026 关键里程碑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• 集群架构成为新焦点：从单卡竞赛转向超节点级系统设计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掌握 PyTorch + vLLM 即可同时覆盖 GPU 与 Ascend；Ascend 特有技能集中在 CANN / MindSpeed / HCCL 调优。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